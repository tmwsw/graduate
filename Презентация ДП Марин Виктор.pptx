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103" d="100"/>
          <a:sy n="103" d="100"/>
        </p:scale>
        <p:origin x="960" y="12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48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26263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391176"/>
            <a:ext cx="7953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Группа: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программирование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3920</TotalTime>
  <Words>266</Words>
  <Application>Microsoft Office PowerPoint</Application>
  <PresentationFormat>Произвольный</PresentationFormat>
  <Paragraphs>52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75</cp:revision>
  <dcterms:created xsi:type="dcterms:W3CDTF">2025-10-16T18:17:35Z</dcterms:created>
  <dcterms:modified xsi:type="dcterms:W3CDTF">2026-06-16T20:01:42Z</dcterms:modified>
</cp:coreProperties>
</file>