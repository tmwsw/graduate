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2E4D84"/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1525" autoAdjust="0"/>
  </p:normalViewPr>
  <p:slideViewPr>
    <p:cSldViewPr snapToGrid="0" snapToObjects="1">
      <p:cViewPr varScale="1">
        <p:scale>
          <a:sx n="68" d="100"/>
          <a:sy n="68" d="100"/>
        </p:scale>
        <p:origin x="1212" y="78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200" d="100"/>
        <a:sy n="200" d="100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sz="2800" baseline="0" dirty="0"/>
              <a:t>Не забудь про актуальность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dirty="0"/>
              <a:t>Модули	Взаимодействие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dirty="0"/>
              <a:t>Умения программы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48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26263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391176"/>
            <a:ext cx="7953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Группа: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>
                <a:solidFill>
                  <a:schemeClr val="bg1"/>
                </a:solidFill>
                <a:latin typeface="Nunito Bold" pitchFamily="2" charset="-52"/>
              </a:rPr>
              <a:t>Программирование»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</a:t>
            </a:r>
            <a:r>
              <a:rPr lang="ru-RU" sz="2400" b="1" i="0" dirty="0">
                <a:solidFill>
                  <a:srgbClr val="4472C4"/>
                </a:solidFill>
                <a:effectLst/>
                <a:latin typeface="Nunito Bold" pitchFamily="2" charset="-52"/>
              </a:rPr>
              <a:t>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3946</TotalTime>
  <Words>276</Words>
  <Application>Microsoft Office PowerPoint</Application>
  <PresentationFormat>Произвольный</PresentationFormat>
  <Paragraphs>55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78</cp:revision>
  <dcterms:created xsi:type="dcterms:W3CDTF">2025-10-16T18:17:35Z</dcterms:created>
  <dcterms:modified xsi:type="dcterms:W3CDTF">2026-06-17T20:52:50Z</dcterms:modified>
</cp:coreProperties>
</file>